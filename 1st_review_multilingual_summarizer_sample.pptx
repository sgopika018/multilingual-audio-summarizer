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Multilingual</a:t>
            </a:r>
            <a:r>
              <a:rPr lang="en-US" dirty="0"/>
              <a:t> Audio</a:t>
            </a:r>
            <a:r>
              <a:rPr dirty="0"/>
              <a:t> Text Summarizer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Gopika S | Reg No: 711524BAM021 | Dept: AI &amp; ML | Semester: III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Text data is growing rapidly across the internet.</a:t>
            </a:r>
          </a:p>
          <a:p>
            <a:r>
              <a:t>• Reading long documents is time-consuming.</a:t>
            </a:r>
          </a:p>
          <a:p>
            <a:r>
              <a:t>• Our goal is to build a summarizer that works across multiple languages.</a:t>
            </a:r>
          </a:p>
          <a:p>
            <a:r>
              <a:t>• Currently implemented: English extractive summarizer using TF-IDF.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Flow:</a:t>
            </a:r>
          </a:p>
          <a:p>
            <a:r>
              <a:t>1. Input text → Paragraph / Article</a:t>
            </a:r>
          </a:p>
          <a:p>
            <a:r>
              <a:t>2. Preprocessing → Tokenization + Stopword removal</a:t>
            </a:r>
          </a:p>
          <a:p>
            <a:r>
              <a:t>3. TF-IDF calculation for words</a:t>
            </a:r>
          </a:p>
          <a:p>
            <a:r>
              <a:t>4. Sentence scoring and ranking</a:t>
            </a:r>
          </a:p>
          <a:p>
            <a:r>
              <a:t>5. Top sentences selected as summary</a:t>
            </a:r>
          </a:p>
          <a:p>
            <a:r>
              <a:t>6. Display summary in Gradio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Dataset used: Sample news articles and paragraphs.</a:t>
            </a:r>
          </a:p>
          <a:p>
            <a:r>
              <a:t>• Preprocessing Steps:</a:t>
            </a:r>
          </a:p>
          <a:p>
            <a:r>
              <a:t>   - Sentence splitting (Regex)</a:t>
            </a:r>
          </a:p>
          <a:p>
            <a:r>
              <a:t>   - Tokenization</a:t>
            </a:r>
          </a:p>
          <a:p>
            <a:r>
              <a:t>   - Stopword removal (English stopwords list)</a:t>
            </a:r>
          </a:p>
          <a:p>
            <a:r>
              <a:t>• Plan: Extend preprocessing to Tamil/Hindi stopwords for multilingual support.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Progress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Functions implemented:</a:t>
            </a:r>
          </a:p>
          <a:p>
            <a:r>
              <a:t>   - split_sentences</a:t>
            </a:r>
          </a:p>
          <a:p>
            <a:r>
              <a:t>   - tokenize</a:t>
            </a:r>
          </a:p>
          <a:p>
            <a:r>
              <a:t>   - build_vocab</a:t>
            </a:r>
          </a:p>
          <a:p>
            <a:r>
              <a:t>   - compute_idf</a:t>
            </a:r>
          </a:p>
          <a:p>
            <a:r>
              <a:t>   - sentence_scores</a:t>
            </a:r>
          </a:p>
          <a:p>
            <a:r>
              <a:t>• Developed summarize() function (TF-IDF based).</a:t>
            </a:r>
          </a:p>
          <a:p>
            <a:r>
              <a:t>• Built Gradio app UI with input box + sliders.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(Partial Output)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 Input (English):</a:t>
            </a:r>
          </a:p>
          <a:p>
            <a:r>
              <a:t>Artificial Intelligence is transforming industries by automating processes, improving efficiency, and enabling smarter decision-making. However, ethical concerns like bias and job displacement remain important challenges.</a:t>
            </a:r>
          </a:p>
          <a:p>
            <a:endParaRPr/>
          </a:p>
          <a:p>
            <a:r>
              <a:t>Generated Summary:</a:t>
            </a:r>
          </a:p>
          <a:p>
            <a:r>
              <a:t>Artificial Intelligence is transforming industries by automating processes. Ethical concerns like bias and job displacement remain important challenges.</a:t>
            </a:r>
          </a:p>
          <a:p>
            <a:endParaRPr/>
          </a:p>
          <a:p>
            <a:r>
              <a:t>(Insert Gradio app screenshot here)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Multilingual Support: Tokenization and stopwords for Tamil/Hindi not yet fully implemented.</a:t>
            </a:r>
          </a:p>
          <a:p>
            <a:r>
              <a:t>• Evaluation Metrics: ROUGE/precision-recall scoring not yet added.</a:t>
            </a:r>
          </a:p>
          <a:p>
            <a:r>
              <a:t>• Language diversity: Handling scripts from multiple languages.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Extend preprocessing for Tamil/Hindi.</a:t>
            </a:r>
          </a:p>
          <a:p>
            <a:r>
              <a:t>• Collect sample multilingual text datasets.</a:t>
            </a:r>
          </a:p>
          <a:p>
            <a:r>
              <a:t>• Add evaluation metrics (ROUGE scores).</a:t>
            </a:r>
          </a:p>
          <a:p>
            <a:r>
              <a:t>• Explore transformer models (mBART, mT5) for abstractive summaries.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Partial implementation successfully completed.</a:t>
            </a:r>
          </a:p>
          <a:p>
            <a:r>
              <a:t>• English summarizer is working with UI.</a:t>
            </a:r>
          </a:p>
          <a:p>
            <a:r>
              <a:t>• Next goal: Extend to multilingual support and improve evaluation.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383</Words>
  <Application>Microsoft Office PowerPoint</Application>
  <PresentationFormat>On-screen Show (4:3)</PresentationFormat>
  <Paragraphs>52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Multilingual Audio Text Summarizer </vt:lpstr>
      <vt:lpstr>Introduction</vt:lpstr>
      <vt:lpstr>System Design</vt:lpstr>
      <vt:lpstr>Dataset &amp; Preprocessing</vt:lpstr>
      <vt:lpstr>Implementation Progress</vt:lpstr>
      <vt:lpstr>Demo (Partial Output)</vt:lpstr>
      <vt:lpstr>Challenges Faced</vt:lpstr>
      <vt:lpstr>Next Steps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Multilingual Audio Text Summarizer </dc:title>
  <dc:subject/>
  <dc:creator/>
  <cp:keywords/>
  <dc:description>generated using python-pptx</dc:description>
  <cp:lastModifiedBy>HP</cp:lastModifiedBy>
  <cp:revision>2</cp:revision>
  <dcterms:created xsi:type="dcterms:W3CDTF">2013-01-27T09:14:16Z</dcterms:created>
  <dcterms:modified xsi:type="dcterms:W3CDTF">2025-12-02T04:38:34Z</dcterms:modified>
  <cp:category/>
</cp:coreProperties>
</file>