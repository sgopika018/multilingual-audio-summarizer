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Multilingual Summarizer Project 🌍🎙️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0th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Accepts text or audio input</a:t>
            </a:r>
          </a:p>
          <a:p>
            <a:r>
              <a:t>- Speech-to-text conversion for audio</a:t>
            </a:r>
          </a:p>
          <a:p>
            <a:r>
              <a:t>- Extractive summarization using TF-IDF</a:t>
            </a:r>
          </a:p>
          <a:p>
            <a:r>
              <a:t>- Multilingual output (English, Hindi, French, German, Spanish, Tamil)</a:t>
            </a:r>
          </a:p>
          <a:p>
            <a:r>
              <a:t>- Optional voice output with gTTS</a:t>
            </a:r>
          </a:p>
          <a:p>
            <a:r>
              <a:t>- Colab-compatible with shareable 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⚠️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Basic extractive summarization (TF-IDF)</a:t>
            </a:r>
          </a:p>
          <a:p>
            <a:r>
              <a:t>- Relies on Google APIs (Translator, STT, TTS)</a:t>
            </a:r>
          </a:p>
          <a:p>
            <a:r>
              <a:t>- Large audio files may cause delays</a:t>
            </a:r>
          </a:p>
          <a:p>
            <a:r>
              <a:t>- Limited error handling for very long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for Improvement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Integrate BERT/Transformer-based summarization</a:t>
            </a:r>
          </a:p>
          <a:p>
            <a:r>
              <a:t>- Add more TTS output languages</a:t>
            </a:r>
          </a:p>
          <a:p>
            <a:r>
              <a:t>- Enhance UI with counters and download option</a:t>
            </a:r>
          </a:p>
          <a:p>
            <a:r>
              <a:t>- Optimize performance with GPU acceleration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0th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Well-structured MVP (Minimum Viable Product)</a:t>
            </a:r>
          </a:p>
          <a:p>
            <a:r>
              <a:t>✔ Great for demos and hackathons</a:t>
            </a:r>
          </a:p>
          <a:p>
            <a:r>
              <a:t>✔ Strong foundation to build advanced multilingual summarizer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